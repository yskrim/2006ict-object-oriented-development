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CE058-6DF7-E2E7-491E-CDE53E53E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5B8D6-32AF-7DD3-9758-EA81C43E8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41ADD-8107-07B9-23D5-07976E0DE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CD411-B4DD-0CE1-32A1-6367EB0D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35C2D-7A7B-0FD7-AFAB-478EE6F6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0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5AD8-797D-383D-1E38-040DE2A0A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60239-C392-DB5D-57D4-B9452C2E1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8A6F6-6210-949E-21AD-4BDA417F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9F70E-857E-2F03-0204-7A33C5DB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1D762-E118-67BB-411F-95496C8D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2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FF7F-5D72-013C-0042-955C1AF5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326F-083D-A332-BBA5-0D155098B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C7EA9-E100-A595-D557-B320C6C7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95E98-B6EF-9A7D-8C32-8299CB235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7D00C-B58B-45A3-C4DB-276F58A1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4603-8D88-64F5-1726-42EF156B2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AEE4B-5454-1D8F-B4C1-6AA76AB57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AFB90-AC21-680F-578A-2416765A7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66ADC-0169-40CB-F646-C7A4A24E8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06A42-7FCA-1E95-F12A-502DABE0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44080-A693-9FFF-57F5-486E7964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29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3737-0BD7-BDAA-E85A-3446DCB18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6C1DB-D804-D609-6454-356E24BAB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9CBD0-DF21-9C17-2CFF-D5837F32A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1F3B3-5A5E-333D-9D60-431A84DC3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06BE5-6CBE-446A-7C09-E0F2B9045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A017D8-4B02-F23A-CC7A-FEA8551E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51228-32FE-FC38-55C5-445D577F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19B0A-094B-7D0F-10C1-454ABCB5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8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C221-EE95-23DD-B8D0-36BF4A43D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7E49A-B4C7-44C8-B986-D1905A39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E4A86-C175-C5CE-9A4A-0D43CF61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B2286-F918-4982-E7B5-3BBA3862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2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E0EA6-BCAE-BCA6-D351-461E7E91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18E159-E00E-47D5-E9B8-F230C570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4F444-3CFD-745B-B398-537FFB8B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0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EC3B-AE16-C34B-EF43-5EBA01B4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B7EFB-73BC-1236-6083-4B463A283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4F9C9-06D2-4383-46CB-32F1EDECA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514BC-D5CE-9B16-0438-0DAEC2CC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34189-67C9-EF7B-7858-90AAE7A1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BEF19-FC71-D70D-46EC-5A40A951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1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D18E-95BF-DF56-B5A8-EC781B03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891742-A24E-7880-B010-EA3AF8E94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2B2EA-0B20-5062-6C9D-C77CEFFA3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96116-D4D3-F4FC-D7A8-9F3E3532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ADDA8-DEC3-D6FF-984F-5D425C92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52D91-3E53-CF99-4157-801C6D687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3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ABED-219C-3864-7A3C-BF994924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03BD2-277C-2FEF-0D42-D63AAD265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84CC8-53C3-4BAD-6980-702651A6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7E829-B6E3-FD74-6C85-DE7CD603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1F23A-A545-0B95-2249-F9E988FC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7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A1436-AE91-92DB-058F-BA6FCD755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0176F-08BF-CE36-804D-260263FC9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E5098-106D-D459-915D-84E737BE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7C6C9-ABE7-0156-EF80-FE3125B4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4D4A8-E738-7362-1DBA-E7B287B7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746DA-BB48-75A8-7A37-B4134A4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344AC-60CA-CDD0-DFFD-F86E2DC9C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165FB-F231-5881-24FD-F1BD55EE5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B7503-9764-B146-A1AB-6CCC76BDD62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FA40A-0007-8FE9-5BF2-0A4713562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F42A9-5EC7-C764-ED85-A8E5E16A9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81417-9C68-9149-B675-845CF4A0A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39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oster for a workshop&#10;&#10;Description automatically generated">
            <a:extLst>
              <a:ext uri="{FF2B5EF4-FFF2-40B4-BE49-F238E27FC236}">
                <a16:creationId xmlns:a16="http://schemas.microsoft.com/office/drawing/2014/main" id="{FD1FD11D-71E4-DAC0-2F3F-2347A4195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824"/>
            <a:ext cx="11953472" cy="672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88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507654c-1543-47e1-81c5-300c2627be14}" enabled="1" method="Standard" siteId="{5a7cc8ab-a4dc-4f9b-bf60-66714049ad6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Wen</dc:creator>
  <cp:lastModifiedBy>Larry Wen</cp:lastModifiedBy>
  <cp:revision>1</cp:revision>
  <dcterms:created xsi:type="dcterms:W3CDTF">2026-07-08T04:04:39Z</dcterms:created>
  <dcterms:modified xsi:type="dcterms:W3CDTF">2026-07-08T04:05:48Z</dcterms:modified>
</cp:coreProperties>
</file>